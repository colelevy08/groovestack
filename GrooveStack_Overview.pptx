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Vinyl Buddy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Marketplace for Vinyl Collectors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AI  •  Built for Collectors  •  Connected by Music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GrooveStack?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all-in-one platform for vinyl record collectors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marketplace: buy, sell, trade, and auction records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management with value tracking and analytics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network: posts, stories, DMs, follows, and activity feed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companion device (Vinyl Buddy) for turntable identification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verification with Claude and Discogs integration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with full mobile and desktop experience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Buy, Sell, Trade, Auction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Feed, Posts, Stories, DMs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Organize, Track, Value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Stats, Insights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Identification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APIs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 Backend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— Buying &amp; Selling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search with advanced filters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grading (Goldmine scale)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Stripe Checkout payments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Discogs-powered price suggestions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purchase flow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and history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records with photos and descriptions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your own price or use AI suggestions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inventory and listings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dashboard with sales analytics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import from CSV or Discogs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and promo code support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— Offers &amp; Auctions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Offers &amp; Trading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Cash, trade, or combo offers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trade indicator for balanced exchanges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Counter-offer workflow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/ decline with real-time notifications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exchange for physical trades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history and status tracking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Timed auction listings with start/end dates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bid and reserve price support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bid tracking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Auto-close with winner notification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 history visible to all participants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Sniping protection with time extension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platform transaction fee (minimum $1) on all sales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flat shipping fee per order with carrier tracking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system for high-value transactions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shipping insurance for added protection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Stripe-powered secure payment processing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 resolution workflow with admin review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processing and return management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transaction history with receipts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Features — Feed, Posts &amp; Stories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Feed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Chronological and trending content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post types: text, photo, record shares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Like, comment, save, and bookmark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records from your collection to the feed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posts algorithm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views: following, popular, recent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Ephemeral 24-hour stories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and text story formats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ring indicator on profile avatars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count and viewer list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Tap-through story navigation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highlights on profile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direct messaging between collectors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receipts with delivered/read status indicators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threads organized by conversation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Typing indicators and online presence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records and listings in messages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search and conversation history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and report for safety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Management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records manually or import from Discogs / CSV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with custom folders, tags, and categories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grading using the Goldmine standard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purchase price, date acquired, and current value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value estimation powered by Discogs pricing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detection and merge tools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sharing with public/private visibility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collection data as CSV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Dashboard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dashboard with custom SVG charts (zero external deps)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value tracking over time with trend lines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distribution pie chart and condition breakdown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spending analytics with bar charts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Seller/buyer analytics with top partners and trends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pattern analysis from Vinyl Buddy data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played artists, albums, and genre heatmaps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 detection and taste evolution over time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&amp; Discovery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records by genre, artist, era, condition, and price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Full-text search across records, users, and posts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records and popular sellers highlighted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and subgenre taxonomy (18 genres, 85+ subgenres)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arrivals and recently listed sections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recommendations based on collection and listening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 profile pages with discography and related records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Profiles &amp; Reputation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Customizable bio, avatar, and display name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collection and wishlist showcase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and sale history on profile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display (verified, achievements)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stats: records, posts, sales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controls for collection visibility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Reputation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Reputation score from sales and reviews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ratings from buyers and sellers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 history factored into trust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tier badges (Bronze, Silver, Gold)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vinyl checkmark badge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standing indicators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Following &amp; Social Graph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collectors to see their posts and listings in your feed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Followers / following counts displayed on profiles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Mutual follow detection for closer connections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suggestions based on shared tastes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notifications when followed users post or list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collectors with similar collections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Wishlist &amp; Price Alerts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any record to your personal wishlist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Wishlist visible on your public profile (optional)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alert notifications when wishlist items are listed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when wishlist items drop below target price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"add to wishlist" from any listing or search result</a:t>
            </a:r>
            <a:endParaRPr lang="en-US" sz="18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wishlist links with friends or publicly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&amp; Customization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settings: email, username, password, 2FA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 preferences: email, push, in-app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controls: collection visibility, profile access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/ light theme toggle with system preference detection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Shipping address management with multiple saved addresses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accounts: Discogs, Stripe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export (GDPR) and account deletion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Vinyl Buddy?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hardware companion device for your turntable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identifies records as they play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fingerprinting powered by AudD recognition API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listening session to your GrooveStack profile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genre stats, listening streaks, and mood patterns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to GrooveStack via WiFi for real-time sync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Shazam-style pulsing animation during identification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Identification &amp; Tracking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audio fingerprinting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history with timestamps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classification per session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 detection from listening patterns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streaks and goals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 badges (First Spin, Century Club, etc.)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 &amp; Insights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played artists and albums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evolution chart over time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listening hours heatmap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recommendations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and monthly listening reports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comparison with friends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— Device Management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pairing and unpairing via GrooveStack app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device health monitoring and diagnostics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version checking and update notifications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calibration wizard for optimal identification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level monitoring and low-power alerts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Multi-device support: pair multiple Vinyl Buddies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naming and location tagging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Hardware Specs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Microcontroller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 802.11 b/g/n + BLE 4.2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54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Input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 MEMS Microphone (INMP441)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01752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154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5661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Dual-core Xtensa LX6 @ 240 MHz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 KB SRAM + 4 MB Flash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17920" y="4480560"/>
            <a:ext cx="4937760" cy="1188720"/>
          </a:xfrm>
          <a:prstGeom prst="rect">
            <a:avLst>
              <a:gd name="adj" fmla="val 7692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6177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5029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USB-C 5V / Li-Po battery option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Monetization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&amp; Revenue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transaction fee (min $1) on all sales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flat shipping fee per order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shipping insurance add-on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fee for high-value transactions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promoted listing placements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Vinyl Buddy hardware sales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Tiers &amp; Promotions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/ Silver / Gold seller tiers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benefits: lower fees, priority support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and promo code system for sellers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listing discounts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premium subscription for power sellers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storefront customization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Overview — 200+ Endpoints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&amp; Checkout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Feed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&amp; Records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/ Hardware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&amp; User Management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Analytics, Admin &amp; Misc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45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Tailwind CSS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45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057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+ Node.js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83464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9260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(Railway)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283464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29260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3375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bcrypt + TOTP 2FA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411480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062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46177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Checkout + Connect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17920" y="411480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2062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API + Discogs + AudD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31520" y="539496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5486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5897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+ Railway CI/CD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7920" y="539496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5486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5897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 (C++)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&amp; Mobile Experience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Web App — installable on iOS and Android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design from mobile to ultrawide desktop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Touch-optimized: swipe gestures for like, save, dismiss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Offline-capable with service worker caching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 support via service workers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App-like navigation with bottom tab bar on mobile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load times with code splitting and lazy loading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&amp; Themes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keyboard navigation with visible focus indicators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shortcuts: 1-9 for tabs, Cmd+K command palette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palette with fuzzy search across records, users, and actions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and light theme with system preference auto-detection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motion support for users who prefer less animation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contrast mode for improved visibility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 announcements and ARIA labels throughout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Skip-to-content links and logical heading hierarchy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Privacy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authentication with bcrypt password hashing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TOTP-based two-factor authentication (2FA)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per endpoint to prevent abuse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token protection on state-changing requests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GDPR-compliant data export and full account deletion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reset flow with secure token expiry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reporting and moderation tools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tracing and audit logging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&amp; Infrastructure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&amp; CI/CD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for frontend with global CDN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 for backend + PostgreSQL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auto-deploy on push to main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Environment-based config (dev/staging/prod)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Gzip compression and response optimization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shutdown handling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&amp; Ops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check endpoint with uptime stats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migration versioning system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backup system (configurable)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start time and request tracing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 spec and API documentation endpoint</a:t>
            </a:r>
            <a:endParaRPr lang="en-US" sz="15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endpoint for version tracking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Stats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Records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Profiles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85+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Genres / Subgenres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Sessions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Waves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Future Plans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(React Native) for iOS and Android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notifications and chat via WebSockets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v2: improved WiFi + Bluetooth + OLED display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listening sessions — listen along with friends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shipping and multi-currency support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subscription tiers for power collectors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search ads and promoted listings</a:t>
            </a:r>
            <a:endParaRPr lang="en-US" sz="1600" dirty="0"/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label partnerships and exclusive drops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Vinyl Buddy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Vinyl Lives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groovestack.vercel.app</a:t>
            </a:r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github.com/colelevy08/groovestack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GrooveStack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Product Overview — Waves 1–15</dc:subject>
  <dc:creator>GrooveStack</dc:creator>
  <cp:lastModifiedBy>GrooveStack</cp:lastModifiedBy>
  <cp:revision>1</cp:revision>
  <dcterms:created xsi:type="dcterms:W3CDTF">2026-03-21T01:04:52Z</dcterms:created>
  <dcterms:modified xsi:type="dcterms:W3CDTF">2026-03-21T01:04:52Z</dcterms:modified>
</cp:coreProperties>
</file>