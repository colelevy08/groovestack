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GrooveStack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Vinyl Buddy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2918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Social Marketplace for Vinyl Collectors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by AI  •  Built for Collectors  •  Connected by Music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754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Waves 1–29  •  Final Comprehensive Edition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GrooveStack?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all-in-one platform for vinyl record collectors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marketplace: buy, sell, trade, and auction records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management with value tracking, analytics, and virtual scrolling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network: posts, stories, DMs, follows, and activity feed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companion device (Vinyl Buddy) with BLE, OLED, SD card, and gesture control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verification with Claude and Discogs integration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 with full mobile and desktop experience, card flip animations, and drawer modals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ESP-NOW mesh networking for multi-device communication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2,000+ improvements across 29 development waves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Stats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54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2,000+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Improvements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0" y="1737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290+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38912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Endpoints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0" y="1737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804672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Collector Profiles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840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023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315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Records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9120" y="3840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0" y="4023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3891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Waves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0" y="3840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0" y="4023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85+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0467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Genres / Subgenres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54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Buy, Sell, Trade, Auction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0" y="1737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38912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Feed, Posts, Stories, DMs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0" y="1737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Collections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804672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Organize, Track, Value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840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023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315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Charts, Stats, Insights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9120" y="3840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0" y="4023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3891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 + OLED + SD + Gesture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0" y="3840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0" y="4023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290+ APIs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0467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REST Backend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— Buying &amp; Selling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and search with advanced filters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 grading (Goldmine scale)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Stripe Checkout payments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Discogs-powered price suggestions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purchase flow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tracking and history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scrolling for large result sets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flip animations for record details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records with photos and descriptions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your own price or use AI suggestions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inventory and listings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Seller dashboard with sales analytics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 import from CSV or Discogs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Coupon and promo code support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listing placements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Seller tier benefits and fee discounts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— Offers &amp; Auctions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Offers &amp; Trading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Cash, trade, or combo offers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 trade indicator for balanced exchanges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Counter-offer workflow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/ decline with real-time notifications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 exchange for physical trades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Offer history and status tracking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Auctions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Timed auction listings with start/end dates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bid and reserve price support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bid tracking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Auto-close with winner notification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Bid history visible to all participants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Sniping protection with time extension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Monetization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 &amp; Revenue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transaction fee (min $1) on all sales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 flat shipping fee per order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shipping insurance add-on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Escrow fee for high-value transactions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listing placement fees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seller subscription tiers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hardware sales revenue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Seller Tiers &amp; Loyalty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/ Silver / Gold / Platinum seller tiers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benefits: lower fees, priority support, badges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Loyalty points system for repeat buyers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redeemable for listing credits and discounts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Coupon and promo code system for sellers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 listing discounts for power sellers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Storefront customization for top-tier sellers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 System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platform transaction fee (minimum $1) on all sales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 flat shipping fee per order with carrier tracking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Escrow system for high-value transactions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shipping insurance for added protection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Stripe-powered secure payment processing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Dispute resolution workflow with admin review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Refund processing and return management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transaction history with receipts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calculator so sellers preview net proceeds before listing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Features — Feed, Posts &amp; Stories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Feed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Chronological and trending content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 post types: text, photo, record shares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Like, comment, save, and bookmark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records from your collection to the feed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Trending posts algorithm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Filtered views: following, popular, recent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scrolling for infinite feed performance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Ephemeral 24-hour stories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 and text story formats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ring indicator on profile avatars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count and viewer list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Tap-through story navigation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highlights on profile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flip transitions between stories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System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direct messaging between collectors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receipts with delivered/read status indicators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threads organized by conversation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Typing indicators and online presence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records and listings in messages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 reactions and pinned messages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 messages — compose now, send later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 archiving for inbox management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Attachment support: images, audio, documents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Drawer modal interface for quick DM access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Management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records manually or import from Discogs / CSV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 with custom folders, tags, and categories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 grading using the Goldmine standard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purchase price, date acquired, and current value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value estimation powered by Discogs pricing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detection and merge tools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sharing with public/private visibility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collection data as CSV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scrolling for collections with 1,000+ records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flip animations for quick record preview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Dashboard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dashboard with custom SVG charts (zero external deps)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value tracking over time with trend lines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distribution pie chart and condition breakdown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spending analytics with bar charts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Seller/buyer analytics with top partners and trends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pattern analysis from Vinyl Buddy data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played artists, albums, and genre heatmaps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 detection and taste evolution over time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range filtering: all time, 12mo, 6mo, 3mo, 30 days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&amp; Discovery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records by genre, artist, era, condition, and price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Full-text search across records, users, and posts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Trending records and popular sellers highlighted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and subgenre taxonomy (18 genres, 85+ subgenres)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arrivals and recently listed sections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recommendations based on collection and listening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 profile pages with discography and related records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scrolling for smooth browsing of large catalogs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Profiles &amp; Reputation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Customizable bio, avatar, header image, and accent color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collection and wishlist showcase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profile tabs: Posts, Listening, Records, For Sale, Saved, Wishlist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display (verified, achievements, tier)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Profile stats: records, posts, sales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code generation for easy sharing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heatmap showing engagement over time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Reputation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Reputation score from sales and reviews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 ratings from buyers and sellers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Dispute history factored into trust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Seller tier badges (Bronze, Silver, Gold, Platinum)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vinyl checkmark badge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Tiered identity verification (email, phone, ID)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Collector badge for high-ranking users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Following &amp; Social Graph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collectors to see their posts and listings in your feed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Followers / following counts displayed on profiles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Mutual follow detection for closer connections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suggestions based on shared tastes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notifications when followed users post or list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collectors with similar collections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bookmarking for saving posts to read later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Wishlist &amp; Price Alerts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any record to your personal wishlist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levels: High, Medium, Low with color-coded indicators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alert notifications when wishlist items are listed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when wishlist items drop below target price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matching when marketplace listings match wishlist items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Discogs wantlist import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wishlist links with friends or publicly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Sorting and filtering by date, priority, price, or artist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Notifications System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Categorized notifications: offers, messages, follows, likes, price alerts, system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actions: accept/decline offers directly from notifications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as read individually or mark all as read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notification triggers for critical events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Unread count badges in navigation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Granular notification preferences by category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notification support via service workers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&amp; Customization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settings: email, username, password, 2FA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Appearance: dark/light theme, 8 accent colors, font size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Language: i18n-ready with 8 language support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Customizable keyboard shortcuts for navigation and actions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accounts: Discogs, Spotify, Last.fm, Apple Music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Shipping address management with multiple saved addresses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controls: profile visibility, search indexing, data sharing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management: view and revoke active sessions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GDPR data export and full account deletion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Innovations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Flip Animations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CSS card flip for record previews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Front: album art, artist, price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Back: condition, pressing details, quick actions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 0.6s transform with perspective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Touch-friendly tap-to-flip on mobile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 across Explore, Collection, and Wishlist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Drawer Modals &amp; Virtual Scrolling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drawer modals for mobile-first UX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Swipe-down to dismiss gesture support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 points: collapsed, half, full screen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scrolling for 1,000+ item lists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renders visible rows for 60fps performance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Lazy image loading with placeholder shimmer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Optimizations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scrolling renders only visible items in long lists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React.lazy and Suspense for code-split screen loading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Lazy image loading with IntersectionObserver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Debounced search inputs to reduce API calls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Memoized components with React.memo and useMemo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Gzip compression on all API responses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worker caching for offline-capable PWA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Optimistic UI updates for likes, saves, and follows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Batch API endpoint for combining multiple requests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Vinyl Buddy?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hardware companion device for your turntable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Automatically identifies records as they play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fingerprinting powered by AudD recognition API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 every listening session to your GrooveStack profile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genre stats, listening streaks, and mood patterns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Connects via WiFi and BLE for real-time sync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OLED display shows track info, connection status, and device code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 card slot for offline session caching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Gesture sensor for hands-free control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Features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Identification &amp; Tracking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audio fingerprinting via AudD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history with timestamps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classification per session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 detection from listening patterns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streaks and goals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Achievement badges (First Spin, Century Club, etc.)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A/B and RPM (33/45/78) tracking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Stats &amp; Insights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played artists and albums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evolution chart over time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listening hours heatmap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recommendations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and monthly listening reports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Taste comparison with friends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Playing display with equalizer visualization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— Device Management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pairing via 12-character activation code on OLED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device health monitoring and diagnostics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Firmware version checking and OTA update support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calibration wizard for optimal identification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 level monitoring and low-power alerts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Multi-device support: pair up to 4 Vinyl Buddies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 naming and location tagging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Heartbeat monitoring every 30 seconds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Hardware — Complete Specs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5448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4592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Microcontroller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0574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ESP32-DevKitC V4 (Dual-core @ 240 MHz)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4592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Connectivity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20574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WiFi 802.11 b/g/n + BLE 4.2 + ESP-NOW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283464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92608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Input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333756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I2S MEMS Microphone (INMP441)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283464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292608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333756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SSD1306 OLED 128x64 (I2C)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31520" y="411480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2062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461772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 Card slot for offline session caching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17920" y="411480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42062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92240" y="461772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APDS-9960 gesture sensor (wave control)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31520" y="539496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54864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Processing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" y="589788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noise cancellation + auto-gain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217920" y="539496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54864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92240" y="589788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USB-C 5V / Li-Po battery option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ESP-NOW Mesh Networking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Peer-to-peer communication between Vinyl Buddy devices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WiFi router required for device-to-device data transfer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Multi-room listening session synchronization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peer discovery within range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Low-latency data exchange (&lt; 10ms)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Encrypted payload transfer between paired devices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topology allows relay through intermediate nodes</a:t>
            </a:r>
            <a:endParaRPr lang="en-US" sz="16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Enables "listen along" feature across rooms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Firmware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Firmware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FreeRTOS task-based architecture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I2S audio capture at 16 kHz / 16-bit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WiFi auto-reconnect with exponential backoff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 pairing and configuration mode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 firmware update support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Watchdog timer for crash recovery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sleep mode for power saving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Features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noise cancellation for cleaner audio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Auto-gain control for varying room volumes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 card logging for offline sessions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OLED display: track info, status, animations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APDS-9960 gesture: wave to skip, swipe to control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ESP-NOW mesh for multi-device sync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 status indicators (WiFi, BLE, listening)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Privacy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authentication with bcrypt password hashing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TOTP-based two-factor authentication (2FA)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limiting: 100 req/min general, 10 req/min auth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CSRF token protection on state-changing requests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 configuration with allowed origin management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GDPR-compliant data export and full account deletion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reset flow with secure token expiry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reporting and moderation queue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tracing and audit logging with unique request IDs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validation and SQL injection prevention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Accessibility Features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keyboard navigation with visible focus indicators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Keyboard shortcuts: 1-9 for tabs, Cmd+K command palette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palette with fuzzy search across records, users, and actions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Dark and light theme with system preference auto-detection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Reduced motion support for users who prefer less animation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contrast mode for improved visibility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reader announcements and ARIA labels throughout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Skip-to-content links and logical heading hierarchy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 size adjustment in settings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PWA &amp; Mobile Experience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Web App — installable on iOS and Android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design from mobile to ultrawide desktop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Touch-optimized: swipe gestures for like, save, dismiss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Offline-capable with service worker caching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notification support via service workers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App-like navigation with bottom tab bar on mobile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load times with code splitting and lazy loading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Drawer modals with swipe-to-dismiss on mobile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flip animations for engaging record browsing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Overview — 290+ Endpoints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54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45+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&amp; Checkout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389120" y="1554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4389120" y="1737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35+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438912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&amp; Feed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0" y="1554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0" y="1737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25+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804672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&amp; Records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31520" y="3840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023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7315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/ Hardware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389120" y="3840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18" name="Text 16"/>
          <p:cNvSpPr/>
          <p:nvPr/>
        </p:nvSpPr>
        <p:spPr>
          <a:xfrm>
            <a:off x="4389120" y="4023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25+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3891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&amp; User Management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0" y="3840480"/>
            <a:ext cx="3291840" cy="1828800"/>
          </a:xfrm>
          <a:prstGeom prst="rect">
            <a:avLst>
              <a:gd name="adj" fmla="val 5000"/>
            </a:avLst>
          </a:prstGeom>
          <a:solidFill>
            <a:srgbClr val="18181B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0" y="40233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120+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8046720" y="4937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Analytics, Admin, Utility &amp; Misc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55448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4592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0574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+ Tailwind CSS 3.4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64592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20574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Express.js 5 + Node.js 18+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283464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92608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" y="333756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(35+ tables, Railway)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217920" y="283464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292608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92240" y="333756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+ bcrypt + TOTP 2FA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31520" y="411480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2062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461772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 Checkout + Connect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17920" y="411480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420624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92240" y="461772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API + Discogs + AudD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731520" y="539496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54864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05840" y="589788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+ Railway CI/CD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217920" y="5394960"/>
            <a:ext cx="4937760" cy="1051560"/>
          </a:xfrm>
          <a:prstGeom prst="rect">
            <a:avLst>
              <a:gd name="adj" fmla="val 8696"/>
            </a:avLst>
          </a:prstGeom>
          <a:solidFill>
            <a:srgbClr val="18181B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548640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92240" y="5897880"/>
            <a:ext cx="4389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 + BLE + OLED + SD + Gesture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&amp; Infrastructure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&amp; CI/CD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for frontend with global CDN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Railway for backend + PostgreSQL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auto-deploy on push to main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Environment-based config (dev/staging/prod)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Gzip compression and response optimization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Graceful shutdown handling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&amp; Ops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check endpoint with uptime stats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migration versioning (8+ versions)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 backup system (configurable)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start time and request tracing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OpenAPI spec and API documentation endpoint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endpoint for version tracking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Journey — Waves 1–10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1: Collection management, CRUD, JWT auth, search, profiles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2: Marketplace, offers, Discogs pricing, analytics, dark mode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3: Messaging, wishlist, notifications, Stripe Checkout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4: Vinyl Buddy ESP32, audio fingerprinting, achievements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5: Social feed, posts, comments, follows, trending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6: AI condition grading, onboarding, marketplace stats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7: Country origins, decade themes, community badges, labels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8: Escrow, disputes, provenance, scheduled messages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9: Vinyl care guides, Goldmine grading guide, 200+ records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10: Stories, profile enhancements, RSS feed, batch API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Journey — Waves 11–20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11: Auction system, loyalty points, seller tiers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12: Virtual scrolling, performance optimizations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13: Card flip animations, drawer modals, swipe gestures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14: BLE device pairing, OLED display improvements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15: SD card offline caching, gesture sensor integration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16: ESP-NOW mesh networking, multi-room sync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17: Active noise cancellation, auto-gain control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18: Featured listings, storefront customization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19: Advanced analytics, taste evolution, mood detection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20: Polish, 275+ endpoints, comprehensive documentation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Journey — Waves 21–29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21: Revenue model, 5% transaction fee, seller tier subscriptions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22: Gamification system, achievements, streaks, leaderboards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23: Vinyl Buddy build guide, $43.50 BOM, full HTML instructions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24: Full-screen now-playing UX, genre wheel, identification battles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25: Listening party invites, social listening sessions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26: Loyalty points refinements, redeemable credits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27: User engagement features, daily challenges, collector ranks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28: Featured listing placements, promoted seller storefronts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29: Final comprehensive deck, 2,000+ improvements, 290+ endpoints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Build Guide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Components ($43.50 Total)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ESP32-DevKitC V4 — ~$10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INMP441 I2S MEMS Microphone — ~$3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SSD1306 OLED 128x64 Display — ~$5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APDS-9960 Gesture Sensor — ~$6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MicroSD Card Module — ~$2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MicroSD Card (16GB) — ~$5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USB-C Cable + Breadboard + Wires — ~$8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Optional: 3D-printed enclosure — ~$4.50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Guide Included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HTML build guide with step-by-step photos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Wiring diagrams for all components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Breadboard layout and pin mapping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Firmware flashing instructions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WiFi and BLE configuration walkthrough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Audio calibration steps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Troubleshooting FAQ</a:t>
            </a:r>
            <a:endParaRPr lang="en-US" sz="13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3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soldering required — breadboard friendly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UX Experience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Now-Playing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Full-screen now-playing display with album art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Animated equalizer visualization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progress bar with elapsed/remaining time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Artist, album, and track metadata display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Swipe gestures for track control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gradient from album art colors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Features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wheel — spin to explore by genre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Identification battles — guess the record before AI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party invites — invite friends to listen along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session sharing across devices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Achievement popups during listening sessions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Mood-based playlist suggestions from listening data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Model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 Revenue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 transaction fee on all marketplace sales (min $1)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 flat shipping fee per order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Escrow fee for high-value transactions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listing placement fees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Promoted search result positions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search ads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120640" cy="4846320"/>
          </a:xfrm>
          <a:prstGeom prst="rect">
            <a:avLst>
              <a:gd name="adj" fmla="val 1887"/>
            </a:avLst>
          </a:prstGeom>
          <a:solidFill>
            <a:srgbClr val="18181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6002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Recurring &amp; Hardware Revenue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83680" y="214884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Seller tier subscriptions (Bronze/Silver/Gold/Platinum)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collector subscriptions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hardware sales ($43.50+ per unit)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accessory sales (enclosures, cables)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Loyalty points system drives repeat purchases</a:t>
            </a:r>
            <a:endParaRPr lang="en-US" sz="1500" dirty="0"/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lang="en-US" sz="15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label partnership and exclusive drop fees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Engagement Features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Achievement system: First Spin, Century Club, Genre Explorer, Streak Master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listening streaks with streak shields and recovery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and monthly challenges with reward points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Collector leaderboards: top sellers, top collectors, most active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leaderboards ranked by listening hours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Level-up system based on total engagement score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events and limited-edition badges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program with bonus loyalty points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login rewards and activity milestones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challenges: identify battles, taste comparisons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— Future Plans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2286000" cy="36576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0515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(React Native) for iOS and Android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notifications and chat via WebSockets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v2: improved form factor and enclosure design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listening sessions — listen along with friends in real time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shipping and multi-currency support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subscription tiers for power collectors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search ads and promoted listings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label partnerships and exclusive drops</a:t>
            </a:r>
            <a:endParaRPr lang="en-US" sz="1400" dirty="0"/>
          </a:p>
          <a:p>
            <a:pPr>
              <a:lnSpc>
                <a:spcPct val="120000"/>
              </a:lnSpc>
              <a:spcAft>
                <a:spcPts val="500"/>
              </a:spcAft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Vinyl Buddy retail sales and distribution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GrooveStack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731520" y="21031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Vinyl Buddy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4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Vinyl Lives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393192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2,000+ improvements  •  290+ API endpoints  •  29 waves</a:t>
            </a:r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ctr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groovestack.vercel.app</a:t>
            </a:r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github.com/colelevy08/groovestack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5303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0EA5E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GrooveStack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Product Overview — Waves 1–29</dc:subject>
  <dc:creator>GrooveStack</dc:creator>
  <cp:lastModifiedBy>GrooveStack</cp:lastModifiedBy>
  <cp:revision>1</cp:revision>
  <dcterms:created xsi:type="dcterms:W3CDTF">2026-03-21T05:28:49Z</dcterms:created>
  <dcterms:modified xsi:type="dcterms:W3CDTF">2026-03-21T05:28:49Z</dcterms:modified>
</cp:coreProperties>
</file>