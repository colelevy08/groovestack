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Marketplace for Vinyl Collectors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AI  •  Built for Collectors  •  Connected by Music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collecting is fragmented across dozens of platforms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platform for buying, selling, trading, AND socializing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identify what's playing on your turntable automatically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inconsistent across platforms — collectors overpay or undersell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— GrooveStack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All-in-one vinyl collector platform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marketplace + collection management in one place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record verification for authenticity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integration with Vinyl Buddy for turntable identification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— Marketplace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and sell with secure Stripe payments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Discogs-powered pricing suggestions for fair deals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platform transaction fee (min $1)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Condition-based grading using the Goldmine scale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shipping address management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— Social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Post, share, and discover vinyl with other collectors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collectors, comment, and like posts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messaging with read receipts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feed with trending content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profiles with wishlists and collections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— Trading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Cash, trade, or combo offers for flexible deals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trade indicator to ensure balanced exchanges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exchange for physical trades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accept/decline with real-time notifications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Hardware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ESP32-DevKitC V4 microcontroller device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records playing on your turntable automatically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fingerprinting via AudD API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listening history tracking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stats and personalized recommendations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health monitoring and diagnostics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Integration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 for vinyl verification and insights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verification of physical records for authenticity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checkmark badge for verified vinyl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Discogs API for real-time market pricing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iTunes API for high-quality album artwork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Wikipedia API for artist info and context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91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Tailwind CSS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91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+ PostgreSQL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1546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35661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with bcrypt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301752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1546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5661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Checkout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448056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50292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+ Railway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17920" y="448056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50292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ESP32-DevKitC V4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Stats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2,000+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Records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645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828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8912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Profiles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828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85+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04672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Genres / Subgenres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114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45+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315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Posts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9120" y="3931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4114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3891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Sessions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0" y="3931920"/>
            <a:ext cx="320040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0" y="4114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21+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467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Endpoints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Model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transaction fee (min $1) on all marketplace sales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flat shipping fee per order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Premium subscription tiers for power collectors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Promoted listings for sellers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Vinyl Buddy hardware sales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auto-deploy pipeline for continuous delivery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for frontend hosting with global CDN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 for backend + PostgreSQL database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for secure payment processing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URL: groovestack.vercel.app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(React Native) for iOS and Android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notifications via WebSockets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v2 with WiFi + Bluetooth connectivity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features: stories, live listening sessions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recommendations engine</a:t>
            </a:r>
            <a:endParaRPr lang="en-US" sz="18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shipping support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Vinyl Lives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groovestack.vercel.app</a:t>
            </a:r>
            <a:pPr algn="ctr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github.com/colelevy08/groovestack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❤️ and AI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GrooveStack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Product Overview</dc:subject>
  <dc:creator>GrooveStack</dc:creator>
  <cp:lastModifiedBy>GrooveStack</cp:lastModifiedBy>
  <cp:revision>1</cp:revision>
  <dcterms:created xsi:type="dcterms:W3CDTF">2026-03-20T18:41:46Z</dcterms:created>
  <dcterms:modified xsi:type="dcterms:W3CDTF">2026-03-20T18:41:46Z</dcterms:modified>
</cp:coreProperties>
</file>