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64592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GrooveStack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731520" y="29260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Social Marketplace for Vinyl Collectors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38404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Powered by AI  •  Built for Collectors  •  Connected by Music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Vinyl collecting is fragmented across dozens of platforms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single platform for buying, selling, trading, AND socializing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way to identify what's playing on your turntable automatically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is inconsistent across platforms — collectors overpay or undersell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 — GrooveStack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All-in-one vinyl collector platform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marketplace + collection management in one place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record verification for authenticity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 integration with Vinyl Buddy for turntable identification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Features — Marketplace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 and sell with secure Stripe payments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Discogs-powered pricing suggestions for fair deals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 platform transaction fee (min $1)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Condition-based grading using the Goldmine scale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shipping address management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Features — Social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Post, share, and discover vinyl with other collectors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collectors, comment, and like posts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messaging with read receipts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feed with trending content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profiles with wishlists and collections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Features — Trading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Cash, trade, or combo offers for flexible deals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 trade indicator to ensure balanced exchanges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 exchange for physical trades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Offer accept/decline with real-time notifications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Vinyl Buddy Hardware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ESP32-DevKitC V4 microcontroller device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Identifies records playing on your turntable automatically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 fingerprinting via AudD API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listening history tracking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Genre stats and personalized recommendations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 health monitoring and diagnostics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Integration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Opus 4.6 for vinyl verification and insights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 verification of physical records for authenticity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checkmark badge for verified vinyl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Discogs API for real-time market pricing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iTunes API for high-quality album artwork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Wikipedia API for artist info and context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Stack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54480"/>
            <a:ext cx="4937760" cy="1188720"/>
          </a:xfrm>
          <a:prstGeom prst="rect">
            <a:avLst>
              <a:gd name="adj" fmla="val 7692"/>
            </a:avLst>
          </a:prstGeom>
          <a:solidFill>
            <a:srgbClr val="18181B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6916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1031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19 + Tailwind CSS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17920" y="1554480"/>
            <a:ext cx="4937760" cy="1188720"/>
          </a:xfrm>
          <a:prstGeom prst="rect">
            <a:avLst>
              <a:gd name="adj" fmla="val 7692"/>
            </a:avLst>
          </a:prstGeom>
          <a:solidFill>
            <a:srgbClr val="18181B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6916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92240" y="21031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Express.js + PostgreSQL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31520" y="3017520"/>
            <a:ext cx="4937760" cy="1188720"/>
          </a:xfrm>
          <a:prstGeom prst="rect">
            <a:avLst>
              <a:gd name="adj" fmla="val 7692"/>
            </a:avLst>
          </a:prstGeom>
          <a:solidFill>
            <a:srgbClr val="18181B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315468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356616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with bcrypt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17920" y="3017520"/>
            <a:ext cx="4937760" cy="1188720"/>
          </a:xfrm>
          <a:prstGeom prst="rect">
            <a:avLst>
              <a:gd name="adj" fmla="val 7692"/>
            </a:avLst>
          </a:prstGeom>
          <a:solidFill>
            <a:srgbClr val="18181B"/>
          </a:solidFill>
          <a:ln/>
        </p:spPr>
      </p:sp>
      <p:sp>
        <p:nvSpPr>
          <p:cNvPr id="15" name="Text 13"/>
          <p:cNvSpPr/>
          <p:nvPr/>
        </p:nvSpPr>
        <p:spPr>
          <a:xfrm>
            <a:off x="6492240" y="315468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92240" y="356616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Stripe Checkout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731520" y="4480560"/>
            <a:ext cx="4937760" cy="1188720"/>
          </a:xfrm>
          <a:prstGeom prst="rect">
            <a:avLst>
              <a:gd name="adj" fmla="val 7692"/>
            </a:avLst>
          </a:prstGeom>
          <a:solidFill>
            <a:srgbClr val="18181B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46177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05840" y="502920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 + Railway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217920" y="4480560"/>
            <a:ext cx="4937760" cy="1188720"/>
          </a:xfrm>
          <a:prstGeom prst="rect">
            <a:avLst>
              <a:gd name="adj" fmla="val 7692"/>
            </a:avLst>
          </a:prstGeom>
          <a:solidFill>
            <a:srgbClr val="18181B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0" y="46177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92240" y="502920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ESP32-DevKitC V4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Stats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645920"/>
            <a:ext cx="320040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8288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2,000+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31520" y="27432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Records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389120" y="1645920"/>
            <a:ext cx="320040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9" name="Text 7"/>
          <p:cNvSpPr/>
          <p:nvPr/>
        </p:nvSpPr>
        <p:spPr>
          <a:xfrm>
            <a:off x="4389120" y="18288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389120" y="27432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Collector Profiles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046720" y="1645920"/>
            <a:ext cx="320040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12" name="Text 10"/>
          <p:cNvSpPr/>
          <p:nvPr/>
        </p:nvSpPr>
        <p:spPr>
          <a:xfrm>
            <a:off x="8046720" y="18288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85+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8046720" y="27432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Genres / Subgenres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31520" y="3931920"/>
            <a:ext cx="320040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1148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70+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731520" y="50292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Posts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389120" y="3931920"/>
            <a:ext cx="320040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18" name="Text 16"/>
          <p:cNvSpPr/>
          <p:nvPr/>
        </p:nvSpPr>
        <p:spPr>
          <a:xfrm>
            <a:off x="4389120" y="41148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169+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4389120" y="50292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Listening Sessions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0" y="3931920"/>
            <a:ext cx="320040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0" y="41148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120+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8046720" y="50292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Endpoints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&amp; Insights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analytics dashboard with SVG charts (no external deps)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Collection value tracking over time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Genre distribution pie chart and condition breakdown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Spending analytics with monthly bar charts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Seller/buyer analytics with top partners and trends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Listening pattern analysis and mood detection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Marketplace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Escrow system for high-value trades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Dispute resolution workflow with admin review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reputation scoring from sales, reviews, and disputes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Coupon/promo code system for sellers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alerts when wishlist items become available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Bulk record import from CSV or Discogs collection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Vinyl Buddy Deep Features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Shazam-style pulsing animation during identification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Listening mood detector based on genre classification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Achievement badges (First Spin, Century Club, Night Owl, etc.)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Listening streaks and goals/challenges tracking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Genre evolution chart showing taste changes over time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 calibration, firmware updates, and battery monitoring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UX &amp; Accessibility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keyboard navigation (1-9 tabs, Cmd+K palette, shortcuts)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 palette with fuzzy search across records, users, actions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Swipe gestures on mobile for like/save and modal dismiss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Dark/light theme toggle with smooth transitions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Reduced motion support, high contrast mode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reader announcements and skip-to-content links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&amp; Security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120+ API endpoints covering full marketplace lifecycle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auth with bcrypt, TOTP 2FA, password reset flow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limiting per endpoint, CSRF protection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GDPR-compliant data export and account deletion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OpenAPI spec, API docs, and changelog endpoints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Gzip compression, request tracing, graceful shutdown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Model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 transaction fee (min $1) on all marketplace sales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 flat shipping fee per order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Future: Premium subscription tiers for power collectors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Future: Promoted listings for sellers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Future: Vinyl Buddy hardware sales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auto-deploy pipeline for continuous delivery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 for frontend hosting with global CDN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Railway for backend + PostgreSQL database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Stripe for secure payment processing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URL: groovestack.vercel.app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app (React Native) for iOS and Android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notifications via WebSockets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Vinyl Buddy v2 with WiFi + Bluetooth connectivity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listening sessions with friends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International shipping and multi-currency support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subscription tiers for power collectors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GrooveStack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731520" y="24688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Vinyl Lives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36576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groovestack.vercel.app</a:t>
            </a:r>
            <a:pPr algn="ctr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github.com/colelevy08/groovestack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5303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with ❤️ and AI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GrooveStack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Product Overview</dc:subject>
  <dc:creator>GrooveStack</dc:creator>
  <cp:lastModifiedBy>GrooveStack</cp:lastModifiedBy>
  <cp:revision>1</cp:revision>
  <dcterms:created xsi:type="dcterms:W3CDTF">2026-03-20T23:20:34Z</dcterms:created>
  <dcterms:modified xsi:type="dcterms:W3CDTF">2026-03-20T23:20:34Z</dcterms:modified>
</cp:coreProperties>
</file>